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cjreg · 仓颉私有中心仓与多仓体系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仓颉生态创新开发挑战赛 · 决赛路演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技术课题 ｜ 版本 v0.3.0（2026-10-20）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https://atomgit.com/ystyle/cjreg    ghcr.io/ystyle/cjreg:v0.3.0    https://ystyle.top/cjreg/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问题：官方中心仓很好，但它不解决这三件事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① 内网 / 离线环境没有可用仓 —— 中心仓在公网，流水线与机器在内网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② 发布不可逆，同步不可控 —— 版本不能删除、不能覆盖；索引同步从几十分钟到几天，失败要等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③ 团队需要自己的仓与预演位 —— 预发布、内部包、灰度版本不该进公共仓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cjreg 的定位：与官方协议互通的私有中心仓 + 多仓体系（不是替代，是补位）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5778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生产实例已在内网常驻运行，承载团队日常发布、门户与审计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能力地图：一条发布链路上的七件事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7548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能力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关键实现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官方二进制协议互通；流式接收；幂等/冲突/越权判定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分段解析 + 边读边算 sha256 + 原子落盘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索引 /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NDJSON 索引；流式下载；下载计数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IndexService / BlobStore.stream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多仓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 + 私有 + 团队仓；回源、缓存、解析诊断、重拉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ProxyService / ResolveService / UpstreamProbe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选包自动补依赖（拓扑序）→ 版本对照 → 推送；六态 + 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PublishPlanService / PublishExecutor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权限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首个发布者 = owner；团队 write/overwrite；管理员直通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effectivePermission 双栈裁决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门户 / 管理端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用户门户（Token、我的包、我的团队）+ 管理后台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cjxt 声明式页面 + WS 补丁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审计 / 公开 API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发布/认证/管理审计（IP/UA）；公开只读 API 供 CI 集成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LogDoc / /api/stats /api/packages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技术方案：分层与关键取舍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纯仓颉实现，静态单二进制；依赖 bstorm（KV）、cjxt（UI/WS）、tang（HTTP）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protocol —— 官方发布/下载二进制协议、URL 分片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index —— NDJSON 生成与兼容解析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store —— bstorm 文档层（包/用户/上游/团队/审计）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server —— 发布裁决、代理回源、计划执行、handler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ui —— cjxt 页面（公共面 / 管理面分包子包）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protocol 与 handler 之间全部走 DTO 序列化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A6370"/>
                </a:solidFill>
              </a:rPr>
              <a:t>为什么不用 SQLite：LSM + 纯仓颉、无 C 依赖，单二进制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370"/>
                </a:solidFill>
              </a:rPr>
              <a:t>为什么自研 tar/gzip 解压：发布/回源要提取 README 与 cjpm.toml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370"/>
                </a:solidFill>
              </a:rPr>
              <a:t>为什么 UI 用 WS 补丁：声明式信号派生，前端零手写 DOM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370"/>
                </a:solidFill>
              </a:rPr>
              <a:t>发布链路全程流式：内存与包体解耦（决赛核心改造）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①：流式发布 / 下载 / 回源（内存 O(1)）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402336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最大可发布包体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≤32 MiB 稳定，48–50 MiB 偶发 OOM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稳定（上限 500 MiB 可配）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发布耗时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0.618 s（324 MiB/s）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发布峰值内存 VmHWM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≈ 包体 2–3 倍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恒定 291 MiB（2 / 32 / 200 MiB 一致）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Out of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成功，sha256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</a:rPr>
              <a:t>做法：按段解析头 → 边读边算 sha256 → 直接写临时文件 → 校验后 rename 原子落盘；
下载侧 BlobStream → handler 直接 body(stream)；回源同样流式落盘。
复现：bash scripts/bench.sh（桩上游 + k6，VmHWM 取 /proc/&lt;pid&gt;/status）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②：权限双栈与「首个发布者 = owner」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2377440"/>
                <a:gridCol w="4114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操作者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发新版本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覆盖已有版本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包 owner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✗（需 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owner = 该包最早版本发布者，唯一且不随覆盖转移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团队成员（write）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按团队关联的组织 / 包判定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覆盖需显式授权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平台管理员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直通 overwrite（预演必需：同版本可反复发）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退出团队后不可见是有意的产品决策：私有仓的可见性跟随权限，不做历史遗留读取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越权返回 403，并在审计里记 failed + 原因（运营可对照两条记录）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③：发布计划六态 + SSE 实时进度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六态：pending → running → waiting_index（等索引）→ completed / failed；另有 skipped（手动跳过）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「等索引」判据：版本出现、且 sha256 一致，避免索引先到、制品后到造成假完成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SSE：GET /api/admin/publish-plans/:id/events（event: progress / done），轮询接口保留兜底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页面实时滚动；可手动跳过某项；中断后计划状态可恢复（保持 pending 而不是假 running）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为什么需要它：发布不可逆 → 推送目标仓时「发没发成功」必须可见、可核验、可跳过，否则一次网络抖动就让人不敢继续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决赛阶段迭代成果（相比初赛 v0.2.0）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4023360"/>
                <a:gridCol w="16459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维度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变化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单测用例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154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1002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×6.5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行覆盖率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39.3%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91.3%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+52.0pp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四态 + 轮询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六态 + SSE + 跳过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团队管理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仅管理员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owner 自助（成员/转移/关联）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交付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宿主构建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自包含多阶段镜像 Dockerfile.build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工程结构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admin_handler 1358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122 行；UI 分子包、一页一文件；DTO 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可维护性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质量与性能：每个数字都可复现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1002 个用例：逻辑单测 + 进程内 HTTP 夹具 + 页面渲染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91.3% 行覆盖（cjcov，HTML 报告进 CI artifact）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双仓 e2e 9 步：发布 6 包 → 拓扑推送 → 公开 API → 上游连通 → 三级删除 → 组织 CRUD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CI：构建 + 单测 + 覆盖率 + e2e + 文档站 + 容器冒烟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087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索引缓存命中：16.16 ms → 2.74 ms（5.9×，桩计数证明零回源）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发布吞吐：74 / 278 / 324 MiB/s（2 / 32 / 200 MiB）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并发：1/4/16/64 VU → 88 / 294 / 414 / 356 req/s（拐点 16 VU）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脚本：scripts/bench.sh + bench-stub-upstream.py + k6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实用价值与落地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内网常驻私有仓：团队日常发布、门户取 Token、管理后台维护团队与上游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预演仓：发布不可逆 → 先在私有仓预演，同一版本在管理员直通下可反复发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多仓体系：官方 / 私有 / 演示空站并存，解析诊断直接回答「该发哪个仓」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CI 集成：公开只读 API（/api/stats、/api/packages...）与 cjpm 客户端兼容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一键部署：docker compose + 数据卷 + 优雅关闭；镜像 ghcr.io/ystyle/cjreg:v0.3.0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如实说明：未做的与后续路线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02336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项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现状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计划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多架构镜像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仅 linux/amd64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arm64（buildx + QEMU）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镜像体积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507 MB（archlinux + 运行时）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换底座/瘦身，保持两阶段 glibc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镜像预热 / 周期同步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未做（首次回源有冷启动）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serve --sync-interval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K8s 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未做（提供 docker compose）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可选补充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取舍原则：先把「发布/索引/多仓/权限」主链路的正确性与可复现性做扎实，再把交付形态（多架构、体积、编排）补齐；功能缺失与限制全部写在仓库 docs 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谢谢 ·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仓库  https://atomgit.com/ystyle/cjreg  （tag v0.3.0）
镜像  ghcr.io/ystyle/cjreg:v0.3.0
文档  https://ystyle.top/cjreg/   验证 docs/verification.md   基准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