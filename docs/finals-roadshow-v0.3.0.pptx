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40 秒】主动说没做的三件（arm64、瘦身、预热），再给取舍原则——先主链路正确性，再交付形态。主动交代比被问出来得分高。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 · 约 50 秒】谢谢 + 给链接（仓库 tag v0.3.0 / 镜像 / 文档站）。留一句钩子：『发布链路的流式改造和测试体系是这次迭代最重的两块，评委老师想先听哪块？』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① 内网 / 离线没有仓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中心仓在公网；流水线与机器在内网，离线时要带着依赖跑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② 发布不可逆、同步不可控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版本不能删除、不能覆盖；索引同步几十分钟到几天，失败要等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③ 团队需要自己的仓与预演位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预发布、内部包、灰度版本不该进公共仓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183112" cy="10972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2000" b="1">
                <a:solidFill>
                  <a:srgbClr val="FFFFFF"/>
                </a:solidFill>
              </a:rPr>
              <a:t>cjreg 的定位：与官方协议互通的私有中心仓 + 多仓体系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不是替代，是补位 —— 官方仓照常用，缺的那一半由私有仓承接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370"/>
                </a:solidFill>
              </a:rPr>
              <a:t>生产实例已在内网常驻：团队日常发布、门户取 Token、审计留痕；本机也能一条 compose 起一套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 · 静态单二进制 · 依赖 bstorm（KV）/ cjxt（UI+WS）/ 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分层（自顶向下）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29384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cjxt 页面层 —— 公共面 / 管理面分子包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9464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688336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1576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发布裁决 · 代理回源 · 计划执行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55848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74720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0215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bstorm 文档层 —— 包 / 用户 / 上游 / 团队 / 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61104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885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NDJSON 生成与兼容解析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8616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047488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官方发布 / 下载二进制协议、URL 分片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96712"/>
            <a:ext cx="6675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层间数据一律 DTO 序列化（公开面 + 管理面）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41732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关键取舍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为什么不用 SQLite？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当时仓颉生态还没有完整可用的 SQLite 驱动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843784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为什么自研 tar / gzip？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发布与回源要从制品里取 README、cjpm.toml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04488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 UI 走 WS 补丁？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信号派生，前端零手写 DOM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020056"/>
            <a:ext cx="4160520" cy="8961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</a:rPr>
              <a:t>决赛核心改造：发布链路全程流式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内存与包体解耦（详见下页数字）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667511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68880"/>
                <a:gridCol w="23317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≤32 MiB；48–50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稳定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发布峰值内存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恒定 291 MiB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3611880"/>
            <a:ext cx="6675120" cy="13716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2B6CB0"/>
                </a:solidFill>
              </a:rPr>
              <a:t>为什么重要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整包驻留时峰值 ≈ 包体的 2–3 倍，撞上默认 256 MB 堆上限就失败；现在内存与包体解耦，发大包不再需要调 cjHeapSize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复现：bash scripts/bench.sh（桩上游 + k6；内存取 /proc/&lt;pid&gt;/status 的 VmHWM）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3716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做法（发布链路）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73736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①  按段解析头，拿到长度与校验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56032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②  边读边算 sha256，不缓存整包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38328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③  写临时文件 → 校验 → rename 原子落盘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425196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下载 / 回源同样流式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handler 直接 body(stream)；回源边收边落盘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六态：pending → running → waiting_index（等索引）→ completed / failed；另有 skipped（手动跳过）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「等索引」判据：版本出现、且 sha256 一致，避免索引先到、制品后到造成假完成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SSE：GET /api/admin/publish-plans/:id/events（event: progress / done），轮询接口保留兜底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页面实时滚动；可手动跳过某项；中断后计划状态可恢复（保持 pending 而不是假 running）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为什么需要它：发布不可逆 →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402336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变化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单测用例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154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×6.5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行覆盖率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+52.0pp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四态 + 轮询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六态 + SSE + 跳过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团队管理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仅管理员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owner 自助（成员/转移/关联）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交付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宿主构建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自包含多阶段镜像 Dockerfile.build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工程结构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admin_handler 1358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122 行；UI 分子包、一页一文件；DTO 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可维护性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1002 个用例：逻辑单测 + 进程内 HTTP 夹具 + 页面渲染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91.3% 行覆盖（cjcov，HTML 报告进 CI artifact）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CI：构建 + 单测 + 覆盖率 + e2e + 文档站 + 容器冒烟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索引缓存命中：16.16 ms → 2.74 ms（5.9×，桩计数证明零回源）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发布吞吐：74 / 278 / 324 MiB/s（2 / 32 / 200 MiB）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并发：1/4/16/64 VU → 88 / 294 / 414 / 356 req/s（拐点 16 VU）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脚本：scripts/bench.sh + bench-stub-upstream.py + k6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内网常驻私有仓：团队日常发布、门户取 Token、管理后台维护团队与上游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预演仓：发布不可逆 → 先在私有仓预演，同一版本在管理员直通下可反复发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多仓体系：官方 / 私有 / 演示空站并存，解析诊断直接回答「该发哪个仓」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CI 集成：公开只读 API（/api/stats、/api/packages...）与 cjpm 客户端兼容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一键部署：docker compose + 数据卷 + 优雅关闭；镜像 ghcr.io/ystyle/cjreg:v0.3.0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