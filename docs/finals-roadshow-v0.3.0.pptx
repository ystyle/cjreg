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【第1页 · 约 30 秒】开场：我是 XXX，作品是 cjreg —— 仓颉私有中心仓与多仓体系，技术课题。一句话：官方中心仓解决公共分发，我们解决内网/离线/预演这三件它不覆盖的事。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【第2页 · 约 60 秒】三条各说一句就够：内网没仓、发布不可逆+同步不可控、团队要自己的预演位。落点：不是替代官方仓，是补位，协议完全互通。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【第3页 · 约 60 秒】不要逐行念表格。挑三件讲：发布（协议互通+流式）、多仓（回源+解析诊断）、发布计划（拓扑推送+实时进度）。其余一句『都在同一个仓里』带过。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【第4页 · 约 50 秒】分两列讲：左边是分层（protocol/index/store/server/ui），右边是取舍。必讲的一句：『发布链路全程流式，这是决赛最大的改造』。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【第5页 · 约 70 秒】先给对比表里最刺眼的一行：200 MiB 从失败到 0.618 秒、内存恒定 291 MiB。再用三句话说做法：边读边算 sha256、写临时文件、rename 原子落盘。最后说复现方式（bench.sh）。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【第6页 · 约 40 秒】讲矩阵的两端：owner 能发新版本但不能覆盖；管理员直通 overwrite（预演必需）。退出团队即不可见是**有意的产品决策**，不是缺陷。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【第7页 · 约 50 秒】一句话说为什么需要：发布不可逆，所以『发没发成功』必须可见可核验。判据要点：版本出现且 sha256 一致才算完成，避免索引先到的假完成。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【第8页 · 约 60 秒】只念五个数字：154→1002、39.3%→91.3%、六态+SSE、owner 自助、自包含构建。每个数字都能在仓库里找到脚本和报告。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【第9页 · 约 40 秒】左列说『测试怎么组织』（逻辑单测 + 进程内 HTTP 夹具 + 页面渲染），右列只念两个数字：索引 5.9×、并发拐点 16 VU / 414 req/s。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【第10页 · 约 40 秒】四个场景各一句：内网常驻、预演仓、多仓解析、CI 集成。补一句生产在跑、有真实团队与审计数据。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【第11页 · 约 40 秒】主动说没做的三件（arm64、瘦身、预热），再给取舍原则——先主链路正确性，再交付形态。主动交代比被问出来得分高。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【第12页 · 约 50 秒】谢谢 + 给链接（仓库 tag v0.3.0 / 镜像 / 文档站）。留一句钩子：『发布链路的流式改造和测试体系是这次迭代最重的两块，评委老师想先听哪块？』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cjreg · 仓颉私有中心仓与多仓体系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仓颉生态创新开发挑战赛 · 决赛路演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技术课题 ｜ 版本 v0.3.0（2026-10-20）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https://atomgit.com/ystyle/cjreg    ghcr.io/ystyle/cjreg:v0.3.0    https://ystyle.top/cjreg/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问题：官方中心仓很好，但它不解决这三件事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600" b="1">
                <a:solidFill>
                  <a:srgbClr val="2B6CB0"/>
                </a:solidFill>
              </a:rPr>
              <a:t>① 内网 / 离线没有仓</a:t>
            </a:r>
          </a:p>
          <a:p>
            <a:pPr algn="l"/>
            <a:r>
              <a:rPr sz="1300" b="0">
                <a:solidFill>
                  <a:srgbClr val="1A202C"/>
                </a:solidFill>
              </a:rPr>
              <a:t>中心仓在公网；流水线与机器在内网，离线时要带着依赖跑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6002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600" b="1">
                <a:solidFill>
                  <a:srgbClr val="2B6CB0"/>
                </a:solidFill>
              </a:rPr>
              <a:t>② 发布不可逆、同步不可控</a:t>
            </a:r>
          </a:p>
          <a:p>
            <a:pPr algn="l"/>
            <a:r>
              <a:rPr sz="1300" b="0">
                <a:solidFill>
                  <a:srgbClr val="1A202C"/>
                </a:solidFill>
              </a:rPr>
              <a:t>版本不能删除、不能覆盖；索引同步几十分钟到几天，失败要等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9016" y="16002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600" b="1">
                <a:solidFill>
                  <a:srgbClr val="2B6CB0"/>
                </a:solidFill>
              </a:rPr>
              <a:t>③ 团队需要自己的仓与预演位</a:t>
            </a:r>
          </a:p>
          <a:p>
            <a:pPr algn="l"/>
            <a:r>
              <a:rPr sz="1300" b="0">
                <a:solidFill>
                  <a:srgbClr val="1A202C"/>
                </a:solidFill>
              </a:rPr>
              <a:t>预发布、内部包、灰度版本不该进公共仓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9476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2000" b="1">
                <a:solidFill>
                  <a:srgbClr val="FFFFFF"/>
                </a:solidFill>
              </a:rPr>
              <a:t>cjreg 的定位：与官方协议互通的私有中心仓 + 多仓体系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不是替代，是补位 —— 官方仓照常用，缺的那一半由私有仓承接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</a:rPr>
              <a:t>生产实例已在内网常驻：团队日常发布、门户取 Token、审计留痕；本机也能一条 compose 起一套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能力地图：一条发布链路上的七件事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846320"/>
                <a:gridCol w="47548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环节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能力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关键实现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发布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官方二进制协议互通；流式接收；幂等/冲突/越权判定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分段解析 + 边读边算 sha256 + 原子落盘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索引 / 下载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NDJSON 索引；流式下载；下载计数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IndexService / BlobStore.stream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多仓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官方 + 私有 + 团队仓；回源、缓存、解析诊断、重拉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ProxyService / ResolveService / UpstreamProbe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发布计划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选包自动补依赖（拓扑序）→ 版本对照 → 推送；六态 + 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PublishPlanService / PublishExecutor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权限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首个发布者 = owner；团队 write/overwrite；管理员直通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effectivePermission 双栈裁决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门户 / 管理端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用户门户（Token、我的包、我的团队）+ 管理后台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cjxt 声明式页面 + WS 补丁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审计 / 公开 API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发布/认证/管理审计（IP/UA）；公开只读 API 供 CI 集成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LogDoc / /api/stats /api/packages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技术方案：分层与关键取舍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370"/>
                </a:solidFill>
              </a:rPr>
              <a:t>纯仓颉实现 · 静态单二进制 · 依赖 bstorm（KV）/ cjxt（UI+WS）/ tang（HTTP）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370"/>
                </a:solidFill>
              </a:rPr>
              <a:t>分层（自顶向下）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6766560" cy="676656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1051560" cy="438912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29384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</a:rPr>
              <a:t>cjxt 页面层 —— 公共面 / 管理面分子包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9464"/>
            <a:ext cx="6766560" cy="676656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688336"/>
            <a:ext cx="1051560" cy="438912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1576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</a:rPr>
              <a:t>发布裁决 · 代理回源 · 计划执行 · handler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55848"/>
            <a:ext cx="6766560" cy="676656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3474720"/>
            <a:ext cx="1051560" cy="438912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0215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</a:rPr>
              <a:t>bstorm 文档层 —— 包 / 用户 / 上游 / 团队 / 审计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42232"/>
            <a:ext cx="6766560" cy="676656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261104"/>
            <a:ext cx="1051560" cy="438912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8853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</a:rPr>
              <a:t>NDJSON 生成与兼容解析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28616"/>
            <a:ext cx="6766560" cy="676656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5047488"/>
            <a:ext cx="1051560" cy="438912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7492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</a:rPr>
              <a:t>官方发布 / 下载二进制协议、URL 分片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96712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370"/>
                </a:solidFill>
              </a:rPr>
              <a:t>层间数据一律 DTO 序列化（公开面 + 管理面）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417320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370"/>
                </a:solidFill>
              </a:rPr>
              <a:t>关键取舍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783080"/>
            <a:ext cx="4160520" cy="93268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1">
                <a:solidFill>
                  <a:srgbClr val="2B6CB0"/>
                </a:solidFill>
              </a:rPr>
              <a:t>为什么不用 SQLite？</a:t>
            </a:r>
          </a:p>
          <a:p>
            <a:pPr algn="l"/>
            <a:r>
              <a:rPr sz="1200" b="0">
                <a:solidFill>
                  <a:srgbClr val="1A202C"/>
                </a:solidFill>
              </a:rPr>
              <a:t>当时仓颉生态还没有完整可用的 SQLite 驱动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2843784"/>
            <a:ext cx="4160520" cy="93268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1">
                <a:solidFill>
                  <a:srgbClr val="2B6CB0"/>
                </a:solidFill>
              </a:rPr>
              <a:t>为什么自研 tar / gzip？</a:t>
            </a:r>
          </a:p>
          <a:p>
            <a:pPr algn="l"/>
            <a:r>
              <a:rPr sz="1200" b="0">
                <a:solidFill>
                  <a:srgbClr val="1A202C"/>
                </a:solidFill>
              </a:rPr>
              <a:t>发布与回源要从制品里取 README、cjpm.toml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3904488"/>
            <a:ext cx="4160520" cy="93268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1">
                <a:solidFill>
                  <a:srgbClr val="2B6CB0"/>
                </a:solidFill>
              </a:rPr>
              <a:t>为什么 UI 走 WS 补丁？</a:t>
            </a:r>
          </a:p>
          <a:p>
            <a:pPr algn="l"/>
            <a:r>
              <a:rPr sz="1200" b="0">
                <a:solidFill>
                  <a:srgbClr val="1A202C"/>
                </a:solidFill>
              </a:rPr>
              <a:t>信号派生，前端零手写 DOM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020056"/>
            <a:ext cx="4160520" cy="896112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1">
                <a:solidFill>
                  <a:srgbClr val="FFFFFF"/>
                </a:solidFill>
              </a:rPr>
              <a:t>决赛核心改造：发布链路全程流式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内存与包体解耦（详见下页数字）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核心难点 ①：流式发布 / 下载 / 回源（内存 O(1)）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667511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468880"/>
                <a:gridCol w="23317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初赛 v0.2.0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决赛 v0.3.0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最大可发布包体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≤32 MiB；48–50 MiB 偶发 OOM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200 MiB 稳定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200 MiB 发布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0.618 s（324 MiB/s）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发布峰值内存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≈ 包体 2–3 倍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恒定 291 MiB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200 MiB 下载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Out of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202C"/>
                          </a:solidFill>
                        </a:rPr>
                        <a:t>成功，sha256 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61188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400" b="1">
                <a:solidFill>
                  <a:srgbClr val="2B6CB0"/>
                </a:solidFill>
              </a:rPr>
              <a:t>为什么重要</a:t>
            </a:r>
          </a:p>
          <a:p>
            <a:pPr algn="l"/>
            <a:r>
              <a:rPr sz="1200" b="0">
                <a:solidFill>
                  <a:srgbClr val="1A202C"/>
                </a:solidFill>
              </a:rPr>
              <a:t>整包驻留时峰值 ≈ 包体的 2–3 倍，撞上默认 256 MB 堆上限就失败；现在内存与包体解耦，发大包不再需要调 cjHeapSize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370"/>
                </a:solidFill>
              </a:rPr>
              <a:t>复现：bash scripts/bench.sh（桩上游 + k6；内存取 /proc/&lt;pid&gt;/status 的 VmHWM）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370"/>
                </a:solidFill>
              </a:rPr>
              <a:t>做法（发布链路）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37360"/>
            <a:ext cx="4206240" cy="71323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0">
                <a:solidFill>
                  <a:srgbClr val="1A202C"/>
                </a:solidFill>
              </a:rPr>
              <a:t>①  按段解析头，拿到长度与校验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560320"/>
            <a:ext cx="4206240" cy="71323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0">
                <a:solidFill>
                  <a:srgbClr val="1A202C"/>
                </a:solidFill>
              </a:rPr>
              <a:t>②  边读边算 sha256，不缓存整包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383280"/>
            <a:ext cx="4206240" cy="71323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0">
                <a:solidFill>
                  <a:srgbClr val="1A202C"/>
                </a:solidFill>
              </a:rPr>
              <a:t>③  写临时文件 → 校验 → rename 原子落盘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25196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400" b="1">
                <a:solidFill>
                  <a:srgbClr val="FFFFFF"/>
                </a:solidFill>
              </a:rPr>
              <a:t>下载 / 回源同样流式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handler 直接 body(stream)；回源边收边落盘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核心难点 ②：权限双栈与「首个发布者 = owner」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920240"/>
                <a:gridCol w="2377440"/>
                <a:gridCol w="411480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操作者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发新版本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覆盖已有版本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包 owner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✗（需 overwrite）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owner = 该包最早版本发布者，唯一且不随覆盖转移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团队成员（write）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按团队关联的组织 / 包判定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团队成员（overwrite）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覆盖需显式授权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平台管理员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直通 overwrite（预演必需：同版本可反复发）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60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A202C"/>
                </a:solidFill>
              </a:rPr>
              <a:t>退出团队后不可见是有意的产品决策：私有仓的可见性跟随权限，不做历史遗留读取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A202C"/>
                </a:solidFill>
              </a:rPr>
              <a:t>越权返回 403，并在审计里记 failed + 原因（运营可对照两条记录）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核心难点 ③：发布计划六态 + SSE 实时进度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618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370"/>
                </a:solidFill>
              </a:rPr>
              <a:t>计划项状态机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331720" cy="731520"/>
          </a:xfrm>
          <a:prstGeom prst="roundRect">
            <a:avLst>
              <a:gd name="adj" fmla="val 8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370"/>
                </a:solidFill>
              </a:rPr>
              <a:t>待执行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70992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6CB0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8687" y="1600200"/>
            <a:ext cx="2331720" cy="73152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7" y="2377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370"/>
                </a:solidFill>
              </a:rPr>
              <a:t>执行中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0407" y="170992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6CB0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34455" y="1600200"/>
            <a:ext cx="2331720" cy="731520"/>
          </a:xfrm>
          <a:prstGeom prst="roundRect">
            <a:avLst>
              <a:gd name="adj" fmla="val 8000"/>
            </a:avLst>
          </a:prstGeom>
          <a:solidFill>
            <a:srgbClr val="B4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waiting_index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5" y="2377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370"/>
                </a:solidFill>
              </a:rPr>
              <a:t>等索引（可见）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170992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6CB0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1600200"/>
            <a:ext cx="2331720" cy="731520"/>
          </a:xfrm>
          <a:prstGeom prst="roundRect">
            <a:avLst>
              <a:gd name="adj" fmla="val 8000"/>
            </a:avLst>
          </a:prstGeom>
          <a:solidFill>
            <a:srgbClr val="2F8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2377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370"/>
                </a:solidFill>
              </a:rPr>
              <a:t>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61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370"/>
                </a:solidFill>
              </a:rPr>
              <a:t>分支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35808"/>
            <a:ext cx="1417320" cy="5486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400" b="1">
                <a:solidFill>
                  <a:srgbClr val="1A202C"/>
                </a:solidFill>
              </a:rPr>
              <a:t>failed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</a:rPr>
              <a:t>任一步失败（带原因）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3035808"/>
            <a:ext cx="1417320" cy="5486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400" b="1">
                <a:solidFill>
                  <a:srgbClr val="1A202C"/>
                </a:solidFill>
              </a:rPr>
              <a:t>skipped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</a:rPr>
              <a:t>人工跳过该包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3639312" cy="11887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1">
                <a:solidFill>
                  <a:srgbClr val="2B6CB0"/>
                </a:solidFill>
              </a:rPr>
              <a:t>索引判据</a:t>
            </a:r>
          </a:p>
          <a:p>
            <a:pPr algn="l"/>
            <a:r>
              <a:rPr sz="1200" b="0">
                <a:solidFill>
                  <a:srgbClr val="1A202C"/>
                </a:solidFill>
              </a:rPr>
              <a:t>版本出现且 sha256 一致才算完成，索引先到的假完成被挡掉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8536" y="3977639"/>
            <a:ext cx="3639312" cy="11887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1">
                <a:solidFill>
                  <a:srgbClr val="2B6CB0"/>
                </a:solidFill>
              </a:rPr>
              <a:t>SSE 事件</a:t>
            </a:r>
          </a:p>
          <a:p>
            <a:pPr algn="l"/>
            <a:r>
              <a:rPr sz="1200" b="0">
                <a:solidFill>
                  <a:srgbClr val="1A202C"/>
                </a:solidFill>
              </a:rPr>
              <a:t>GET /api/admin/publish-plans/:id/events，event: progress /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3977639"/>
            <a:ext cx="3639312" cy="11887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1">
                <a:solidFill>
                  <a:srgbClr val="2B6CB0"/>
                </a:solidFill>
              </a:rPr>
              <a:t>可恢复</a:t>
            </a:r>
          </a:p>
          <a:p>
            <a:pPr algn="l"/>
            <a:r>
              <a:rPr sz="1200" b="0">
                <a:solidFill>
                  <a:srgbClr val="1A202C"/>
                </a:solidFill>
              </a:rPr>
              <a:t>中断后计划保持 pending，不会假装 running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370"/>
                </a:solidFill>
              </a:rPr>
              <a:t>为什么需要：发布不可逆 —— 推送目标仓时「发没发成功」必须可见、可核验、可跳过，否则一次网络抖动就让人不敢继续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决赛阶段迭代成果（相比初赛 v0.2.0）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679192" cy="17830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300" b="0">
                <a:solidFill>
                  <a:srgbClr val="5A6370"/>
                </a:solidFill>
              </a:rPr>
              <a:t>单测用例</a:t>
            </a:r>
          </a:p>
          <a:p>
            <a:pPr algn="ctr"/>
            <a:r>
              <a:rPr sz="2200" b="1">
                <a:solidFill>
                  <a:srgbClr val="2B6CB0"/>
                </a:solidFill>
              </a:rPr>
              <a:t>154 → 1002</a:t>
            </a:r>
          </a:p>
          <a:p>
            <a:pPr algn="ctr"/>
            <a:r>
              <a:rPr sz="1300" b="0">
                <a:solidFill>
                  <a:srgbClr val="1A202C"/>
                </a:solidFill>
              </a:rPr>
              <a:t>×6.5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463040"/>
            <a:ext cx="2679192" cy="17830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300" b="0">
                <a:solidFill>
                  <a:srgbClr val="5A6370"/>
                </a:solidFill>
              </a:rPr>
              <a:t>行覆盖率</a:t>
            </a:r>
          </a:p>
          <a:p>
            <a:pPr algn="ctr"/>
            <a:r>
              <a:rPr sz="2200" b="1">
                <a:solidFill>
                  <a:srgbClr val="2B6CB0"/>
                </a:solidFill>
              </a:rPr>
              <a:t>39.3% → 91.3%</a:t>
            </a:r>
          </a:p>
          <a:p>
            <a:pPr algn="ctr"/>
            <a:r>
              <a:rPr sz="1300" b="0">
                <a:solidFill>
                  <a:srgbClr val="1A202C"/>
                </a:solidFill>
              </a:rPr>
              <a:t>+52.0pp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463040"/>
            <a:ext cx="2679192" cy="17830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300" b="0">
                <a:solidFill>
                  <a:srgbClr val="5A6370"/>
                </a:solidFill>
              </a:rPr>
              <a:t>最大可发布包体</a:t>
            </a:r>
          </a:p>
          <a:p>
            <a:pPr algn="ctr"/>
            <a:r>
              <a:rPr sz="2200" b="1">
                <a:solidFill>
                  <a:srgbClr val="2B6CB0"/>
                </a:solidFill>
              </a:rPr>
              <a:t>32 MiB → 200 MiB</a:t>
            </a:r>
          </a:p>
          <a:p>
            <a:pPr algn="ctr"/>
            <a:r>
              <a:rPr sz="1300" b="0">
                <a:solidFill>
                  <a:srgbClr val="1A202C"/>
                </a:solidFill>
              </a:rPr>
              <a:t>×6 以上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34272" y="1463040"/>
            <a:ext cx="2679192" cy="17830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ctr"/>
            <a:r>
              <a:rPr sz="1300" b="0">
                <a:solidFill>
                  <a:srgbClr val="5A6370"/>
                </a:solidFill>
              </a:rPr>
              <a:t>发布峰值内存</a:t>
            </a:r>
          </a:p>
          <a:p>
            <a:pPr algn="ctr"/>
            <a:r>
              <a:rPr sz="2200" b="1">
                <a:solidFill>
                  <a:srgbClr val="2B6CB0"/>
                </a:solidFill>
              </a:rPr>
              <a:t>≈3× 包体 → 291 MiB</a:t>
            </a:r>
          </a:p>
          <a:p>
            <a:pPr algn="ctr"/>
            <a:r>
              <a:rPr sz="1300" b="0">
                <a:solidFill>
                  <a:srgbClr val="1A202C"/>
                </a:solidFill>
              </a:rPr>
              <a:t>与包体解耦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370"/>
                </a:solidFill>
              </a:rPr>
              <a:t>新增能力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8620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400" b="1">
                <a:solidFill>
                  <a:srgbClr val="FFFFFF"/>
                </a:solidFill>
              </a:rPr>
              <a:t>发布计划六态 + SSE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实时进度 · 索引 SHA256 校验 · 手动跳过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388620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400" b="1">
                <a:solidFill>
                  <a:srgbClr val="FFFFFF"/>
                </a:solidFill>
              </a:rPr>
              <a:t>团队 owner 自助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成员 / 转移 owner / 团队关联，门户弹窗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388620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400" b="1">
                <a:solidFill>
                  <a:srgbClr val="FFFFFF"/>
                </a:solidFill>
              </a:rPr>
              <a:t>自包含构建镜像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Dockerfile.build 多阶段，评审无需本地工具链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16636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300" b="1">
                <a:solidFill>
                  <a:srgbClr val="2B6CB0"/>
                </a:solidFill>
              </a:rPr>
              <a:t>工程结构同期改造</a:t>
            </a:r>
          </a:p>
          <a:p>
            <a:pPr algn="l"/>
            <a:r>
              <a:rPr sz="1200" b="0">
                <a:solidFill>
                  <a:srgbClr val="1A202C"/>
                </a:solidFill>
              </a:rPr>
              <a:t>admin_handler 1358 → 122 行；ui 按站点面分子包、一页一文件；响应体统一 DTO 序列化；+80 个提交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质量与性能：每个数字都可复现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</a:rPr>
              <a:t>测试与验证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02C"/>
                </a:solidFill>
              </a:rPr>
              <a:t>1002 用例 · 91.3% 行覆盖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74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A202C"/>
                </a:solidFill>
              </a:rPr>
              <a:t>1002 例 = 逻辑单测 + 进程内 HTTP 夹具（真实服务 + 真实 client）+ 页面渲染断言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202C"/>
                </a:solidFill>
              </a:rPr>
              <a:t>覆盖率：cjcov HTML 报告（CI artifact），逻辑层 85%–95%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202C"/>
                </a:solidFill>
              </a:rPr>
              <a:t>双仓 e2e 9 步：发布 6 包 → 拓扑推送 → 公开 API → 上游连通 → 三级删除 → 组织 CRUD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202C"/>
                </a:solidFill>
              </a:rPr>
              <a:t>CI 六步：构建 / 单测 / 覆盖率 / e2e / 文档站 / 容器冒烟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7160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361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</a:rPr>
              <a:t>性能（同一脚本可复现）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9659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</a:rPr>
              <a:t>索引命中 2.74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276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</a:rPr>
              <a:t>回源 16.16 ms → 5.9×（桩计数证明重查轮零回源）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80720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</a:rPr>
              <a:t>发布吞吐 324 MiB/s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11810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</a:rPr>
              <a:t>2 / 32 / 200 MiB = 74 / 278 / 324 MiB/s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64845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</a:rPr>
              <a:t>并发 414 req/s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959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</a:rPr>
              <a:t>1/4/16/64 VU → 88 / 294 / 414 / 356（拐点 16 VU）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4897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</a:rPr>
              <a:t>内存 291 MiB 恒定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</a:rPr>
              <a:t>2 / 32 / 200 MiB 发布与 200 MiB 下载均平稳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370"/>
                </a:solidFill>
              </a:rPr>
              <a:t>复现：bash scripts/bench.sh（桩上游 + k6）｜ cjpm test --coverage &amp;&amp; cjcov … -e "*_test.cj"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实用价值与落地：四类真实用法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5440680" cy="16459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600" b="1">
                <a:solidFill>
                  <a:srgbClr val="2B6CB0"/>
                </a:solidFill>
              </a:rPr>
              <a:t>内网常驻私有仓</a:t>
            </a:r>
          </a:p>
          <a:p>
            <a:pPr algn="l"/>
            <a:r>
              <a:rPr sz="1300" b="0">
                <a:solidFill>
                  <a:srgbClr val="1A202C"/>
                </a:solidFill>
              </a:rPr>
              <a:t>流水线与机器在内网：发布、拉依赖、门户取 Token 全在本地完成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440680" cy="16459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600" b="1">
                <a:solidFill>
                  <a:srgbClr val="2B6CB0"/>
                </a:solidFill>
              </a:rPr>
              <a:t>预演仓</a:t>
            </a:r>
          </a:p>
          <a:p>
            <a:pPr algn="l"/>
            <a:r>
              <a:rPr sz="1300" b="0">
                <a:solidFill>
                  <a:srgbClr val="1A202C"/>
                </a:solidFill>
              </a:rPr>
              <a:t>发布不可逆，先在私有仓预演；管理员直通 overwrite，同版本可反复发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91840"/>
            <a:ext cx="5440680" cy="16459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600" b="1">
                <a:solidFill>
                  <a:srgbClr val="2B6CB0"/>
                </a:solidFill>
              </a:rPr>
              <a:t>多仓体系</a:t>
            </a:r>
          </a:p>
          <a:p>
            <a:pPr algn="l"/>
            <a:r>
              <a:rPr sz="1300" b="0">
                <a:solidFill>
                  <a:srgbClr val="1A202C"/>
                </a:solidFill>
              </a:rPr>
              <a:t>官方 / 私有 / 演示站并存；解析诊断直接回答「这个包该发到哪」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291840"/>
            <a:ext cx="5440680" cy="164592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600" b="1">
                <a:solidFill>
                  <a:srgbClr val="2B6CB0"/>
                </a:solidFill>
              </a:rPr>
              <a:t>CI 与工具链集成</a:t>
            </a:r>
          </a:p>
          <a:p>
            <a:pPr algn="l"/>
            <a:r>
              <a:rPr sz="1300" b="0">
                <a:solidFill>
                  <a:srgbClr val="1A202C"/>
                </a:solidFill>
              </a:rPr>
              <a:t>公开只读 API 取包索引与统计；cjpm 客户端无需改造；镜像一条命令起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36576"/>
          <a:lstStyle/>
          <a:p>
            <a:pPr algn="l"/>
            <a:r>
              <a:rPr sz="1800" b="1">
                <a:solidFill>
                  <a:srgbClr val="FFFFFF"/>
                </a:solidFill>
              </a:rPr>
              <a:t>把中心仓缺的那一半补上：内网可用 · 预演安全 · 多仓可查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370"/>
                </a:solidFill>
              </a:rPr>
              <a:t>生产实例已常驻内网（团队真实在用）｜镜像 ghcr.io/ystyle/cjreg:v0.3.0｜tag v0.3.0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如实说明：未做的与后续路线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023360"/>
                <a:gridCol w="384048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项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现状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计划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多架构镜像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仅 linux/amd64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arm64（buildx + QEMU）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镜像体积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507 MB（archlinux + 运行时）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换底座/瘦身，保持两阶段 glibc 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镜像预热 / 周期同步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未做（首次回源有冷启动）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serve --sync-interval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K8s 清单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未做（提供 docker compose）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02C"/>
                          </a:solidFill>
                        </a:rPr>
                        <a:t>可选补充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370"/>
                </a:solidFill>
              </a:rPr>
              <a:t>取舍原则：先把「发布/索引/多仓/权限」主链路的正确性与可复现性做扎实，再把交付形态（多架构、体积、编排）补齐；功能缺失与限制全部写在仓库 docs 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谢谢 · 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仓库  https://atomgit.com/ystyle/cjreg  （tag v0.3.0）
镜像  ghcr.io/ystyle/cjreg:v0.3.0
文档  https://ystyle.top/cjreg/   验证 docs/verification.md   基准 docs/benchmark.md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